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17A8"/>
    <a:srgbClr val="0C03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852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77516-2674-4E36-BD55-330908175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6605C9-8D33-4830-80D2-0EED5F549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FD7DB-0F67-4F73-836A-56965D70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3BBCD-B141-4DD6-BE31-87ACCEF8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8790B2-9FA2-49A7-ACD0-ABFA776E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9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43A87-969D-4248-BD59-C5A96FE7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1A2BE-EEF6-4B66-B8B5-11F8822F4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C1036-5AC3-4515-AD67-E41D4E7C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D5BC6-3C20-4715-9156-B0402265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ED331-7FA8-428D-844D-A68E89C1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8DE61-6DBD-4143-9105-4E5DA99C3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450AAF-1307-433E-9F4B-1ABF92A7A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D0AC7-E705-48B0-BEFE-14687B58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9D311C-9E0B-49FB-97B1-33D8C022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CFBA6-D2D0-4744-9E60-33400C80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2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58463-A976-43C7-AC39-CF3DDC55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D323B4-AD9B-4063-A333-ADCE12DE9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557657-C0D6-49A0-8334-98BCCA603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6FE61C-C85C-463D-8F43-0BD41733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AE43C-FC82-4DFA-B3E8-5BF8E66F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031C9-1D08-472F-8D09-AA0AD7EE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B98C4-931F-4694-9CA6-F18D46AF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B56F0B-F0EF-4151-9A5D-2B8FD0BE0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B72237-D323-4DE7-AFD9-F8CC2EA38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86AE67-4CA6-49FE-993E-4F75A8FDB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17F3B0-BE1A-4459-AB6D-A079D7B9B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EE7F37-6AAC-4C7C-9B94-951CAD9F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3D78F-0D2B-4230-8866-4CE80FAB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B23F53-51AF-401B-B3FC-58326FE8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4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4568C-2FB2-4451-9936-BD9CD591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3BA297-890C-4FA6-9819-81CAA3AD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47C70E-7633-45E6-B715-63A7D04B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E7182A-7D43-4896-9E5E-D28AA582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2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25F0D5-E7B9-4F82-B097-02F26CF9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D9DFB5-0F96-41F4-B27D-8A923308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EB344F-9234-4981-9E23-6EABD621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27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A3C8-080E-4FAE-9F17-2EBE1822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8D7EA8-84EB-4032-87C2-6F56353D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44C9B8-FC5B-441A-93BD-8E7861E6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B6F722-9966-4FEA-9899-C68FCE90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AD5D5C-EFB0-4636-895C-AF94B6AC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206304-691A-4896-9ECE-BC1DB5A5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73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A8092-31EB-446C-BCF1-1AA23A76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57CD75-4328-4EEA-8563-A953EE299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B086E-FC4B-43A1-B2BF-691F6F469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55BEB5-E6FC-4816-B30D-E9B2585A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ED4229-495B-419E-98CA-9F7F9F79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108293-2E5E-4778-9DA5-6645F042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73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9423C-9632-4344-A997-86349F22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1DF743-6BAC-4CCD-AAAE-139B7F350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3C6B43-23D2-4D8A-A304-074DE8EF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FFAF5D-1ABA-43E3-8AF9-94EE362F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E8BB0B-48C6-413A-A47E-5869610F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41CF58-9260-48DE-AFF7-FB4CDC08F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E14EF7-0A5B-4910-A626-7E278142E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F69A3-ACDD-4F0F-9939-B8789CEC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0DBA2-E0C7-4AEC-9E27-EE1B80D0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977474-99DA-4250-BED1-7177A802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B21E29-6763-49D8-8FD5-A3DA35AF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8939D-1679-4FB1-B81B-07EF6E967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BDBE68-A38E-4EAF-ACC5-DCA05A80B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24785-F75C-439E-BFD4-6F6B7F99D8D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A942A-58C3-4179-A569-F8E06AA84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FB74E-3E23-4C0E-A368-4B263046B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734A3-DEC4-4BB7-98AF-B534E814D1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wm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wm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8.png"/><Relationship Id="rId2" Type="http://schemas.openxmlformats.org/officeDocument/2006/relationships/image" Target="../media/image14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7.jpeg"/><Relationship Id="rId5" Type="http://schemas.openxmlformats.org/officeDocument/2006/relationships/image" Target="../media/image15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9F1B976-99F4-45C2-BDD5-95DD9D6C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462" y="5686486"/>
            <a:ext cx="521462" cy="3381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38D98B-81C5-4720-BF28-6D53F97E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64" y="4953614"/>
            <a:ext cx="521462" cy="3381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1D92FBB-AC0D-4C97-8524-3460DB51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581" y="4114595"/>
            <a:ext cx="549217" cy="48048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8DE72B55-6148-4DA6-9BD0-843FC4060ABA}"/>
              </a:ext>
            </a:extLst>
          </p:cNvPr>
          <p:cNvGrpSpPr/>
          <p:nvPr/>
        </p:nvGrpSpPr>
        <p:grpSpPr>
          <a:xfrm>
            <a:off x="5692503" y="2674090"/>
            <a:ext cx="791388" cy="304482"/>
            <a:chOff x="6401892" y="2770442"/>
            <a:chExt cx="942062" cy="358274"/>
          </a:xfrm>
        </p:grpSpPr>
        <p:pic>
          <p:nvPicPr>
            <p:cNvPr id="16" name="Picture 1655">
              <a:extLst>
                <a:ext uri="{FF2B5EF4-FFF2-40B4-BE49-F238E27FC236}">
                  <a16:creationId xmlns:a16="http://schemas.microsoft.com/office/drawing/2014/main" id="{AC2E3696-F5FC-4868-AFC4-3E4B758EA7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2770442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7059F3F-7F06-4E64-B62F-3A8A98B2E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7272" y="2828703"/>
              <a:ext cx="771302" cy="241752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0658551-E911-419F-99F2-F89918C2570A}"/>
              </a:ext>
            </a:extLst>
          </p:cNvPr>
          <p:cNvGrpSpPr/>
          <p:nvPr/>
        </p:nvGrpSpPr>
        <p:grpSpPr>
          <a:xfrm>
            <a:off x="5694081" y="3463310"/>
            <a:ext cx="791388" cy="304482"/>
            <a:chOff x="6401892" y="3840900"/>
            <a:chExt cx="942062" cy="358274"/>
          </a:xfrm>
        </p:grpSpPr>
        <p:pic>
          <p:nvPicPr>
            <p:cNvPr id="23" name="Picture 1655">
              <a:extLst>
                <a:ext uri="{FF2B5EF4-FFF2-40B4-BE49-F238E27FC236}">
                  <a16:creationId xmlns:a16="http://schemas.microsoft.com/office/drawing/2014/main" id="{E2175EEC-FB59-4D95-B265-8E2DDDE95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3840900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3E9867-838E-49B4-92B5-5BD108CD0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39352" y="3910787"/>
              <a:ext cx="849723" cy="2185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3167834-1F33-4566-9BF3-22D4479325DD}"/>
              </a:ext>
            </a:extLst>
          </p:cNvPr>
          <p:cNvGrpSpPr/>
          <p:nvPr/>
        </p:nvGrpSpPr>
        <p:grpSpPr>
          <a:xfrm>
            <a:off x="8033823" y="5655511"/>
            <a:ext cx="845295" cy="388369"/>
            <a:chOff x="9431800" y="4775684"/>
            <a:chExt cx="982598" cy="480489"/>
          </a:xfrm>
        </p:grpSpPr>
        <p:pic>
          <p:nvPicPr>
            <p:cNvPr id="18" name="Picture 62" descr="IDS">
              <a:extLst>
                <a:ext uri="{FF2B5EF4-FFF2-40B4-BE49-F238E27FC236}">
                  <a16:creationId xmlns:a16="http://schemas.microsoft.com/office/drawing/2014/main" id="{DF5C52EE-9A54-4539-B312-887ED82D33B3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1800" y="4775684"/>
              <a:ext cx="982598" cy="480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75ABDFC-ED5F-41D3-9AAB-7650290FD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84054" y="4867804"/>
              <a:ext cx="723471" cy="1735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242BB51-F93E-4C00-B363-B5AD7BFB0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11809" y="5050108"/>
              <a:ext cx="673928" cy="194285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DEF9D08-C4BC-4D7C-9272-16BCF9C0F466}"/>
              </a:ext>
            </a:extLst>
          </p:cNvPr>
          <p:cNvSpPr txBox="1"/>
          <p:nvPr/>
        </p:nvSpPr>
        <p:spPr>
          <a:xfrm>
            <a:off x="8868344" y="5677015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SIEM&amp;SOAR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7708E83-B377-47D3-BDE4-5520D15DCA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4596" y="5024011"/>
            <a:ext cx="823748" cy="63097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4AD3451-433A-42AC-B56E-CE349AB772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5856585"/>
            <a:ext cx="199891" cy="18244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2503C01-133D-4CEE-97FB-708EAAEE1E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3314" y="1672244"/>
            <a:ext cx="641549" cy="63620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9348122-FA16-4466-A240-6B312DAC3CF1}"/>
              </a:ext>
            </a:extLst>
          </p:cNvPr>
          <p:cNvSpPr txBox="1"/>
          <p:nvPr/>
        </p:nvSpPr>
        <p:spPr>
          <a:xfrm>
            <a:off x="3723314" y="2316596"/>
            <a:ext cx="733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Attacker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EFB03FC-FE8C-4096-829C-2EC8F6E387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2837" y="5133357"/>
            <a:ext cx="199891" cy="18244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ADD6FD3-2E8D-4C4C-AEC0-35F1C0D069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4410129"/>
            <a:ext cx="199891" cy="18244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09C5C3E-F7E0-41CA-81FB-41B3CA7FE9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2985" y="5900082"/>
            <a:ext cx="199891" cy="182446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DB6AD1-8026-4A2D-B068-F61EBC59113F}"/>
              </a:ext>
            </a:extLst>
          </p:cNvPr>
          <p:cNvSpPr/>
          <p:nvPr/>
        </p:nvSpPr>
        <p:spPr>
          <a:xfrm>
            <a:off x="4848225" y="2790524"/>
            <a:ext cx="4962180" cy="3505502"/>
          </a:xfrm>
          <a:prstGeom prst="rect">
            <a:avLst/>
          </a:prstGeom>
          <a:noFill/>
          <a:ln>
            <a:solidFill>
              <a:srgbClr val="0C03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D092748-D21C-4BDF-AD63-D835D12EF790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6088197" y="2978572"/>
            <a:ext cx="1578" cy="484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CF2B1E4-FD49-44E9-ACBB-327C53F53ADC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>
          <a:xfrm>
            <a:off x="6089775" y="3767792"/>
            <a:ext cx="2415" cy="3468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5F776D4-FB7B-43D4-9D4E-DA61AE3FE64E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2190" y="4595084"/>
            <a:ext cx="405" cy="358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6001B2F-0FAA-4887-9E2A-CC747A78B3D3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flipH="1">
            <a:off x="6091193" y="5291799"/>
            <a:ext cx="1402" cy="394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>
            <a:extLst>
              <a:ext uri="{FF2B5EF4-FFF2-40B4-BE49-F238E27FC236}">
                <a16:creationId xmlns:a16="http://schemas.microsoft.com/office/drawing/2014/main" id="{F23729BE-6774-471A-A6A0-121D020A19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4609" y="1747269"/>
            <a:ext cx="497372" cy="486153"/>
          </a:xfrm>
          <a:prstGeom prst="rect">
            <a:avLst/>
          </a:prstGeom>
        </p:spPr>
      </p:pic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10A27E0-616A-4865-B8B2-B0DB2FE25E09}"/>
              </a:ext>
            </a:extLst>
          </p:cNvPr>
          <p:cNvCxnSpPr>
            <a:cxnSpLocks/>
            <a:stCxn id="16" idx="0"/>
            <a:endCxn id="62" idx="2"/>
          </p:cNvCxnSpPr>
          <p:nvPr/>
        </p:nvCxnSpPr>
        <p:spPr>
          <a:xfrm flipH="1" flipV="1">
            <a:off x="6083295" y="2233422"/>
            <a:ext cx="4902" cy="440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9B6F96D-F675-4713-A458-CC0E081509BB}"/>
              </a:ext>
            </a:extLst>
          </p:cNvPr>
          <p:cNvCxnSpPr>
            <a:stCxn id="36" idx="3"/>
            <a:endCxn id="62" idx="1"/>
          </p:cNvCxnSpPr>
          <p:nvPr/>
        </p:nvCxnSpPr>
        <p:spPr>
          <a:xfrm>
            <a:off x="4364863" y="1990346"/>
            <a:ext cx="14697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F5E2132-BCE8-4BC6-8106-694B3C9D31A4}"/>
              </a:ext>
            </a:extLst>
          </p:cNvPr>
          <p:cNvSpPr txBox="1"/>
          <p:nvPr/>
        </p:nvSpPr>
        <p:spPr>
          <a:xfrm>
            <a:off x="6906647" y="2786797"/>
            <a:ext cx="602387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내부망</a:t>
            </a:r>
            <a:endParaRPr lang="ko-KR" altLang="en-US" sz="1000" dirty="0"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0485473-EF10-4DCC-A780-C545DA2F04EA}"/>
              </a:ext>
            </a:extLst>
          </p:cNvPr>
          <p:cNvSpPr/>
          <p:nvPr/>
        </p:nvSpPr>
        <p:spPr>
          <a:xfrm>
            <a:off x="2841719" y="1237217"/>
            <a:ext cx="4632514" cy="143687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C98FCA-A657-44C7-AD8C-6A9A8068A09F}"/>
              </a:ext>
            </a:extLst>
          </p:cNvPr>
          <p:cNvSpPr txBox="1"/>
          <p:nvPr/>
        </p:nvSpPr>
        <p:spPr>
          <a:xfrm>
            <a:off x="6861043" y="1238153"/>
            <a:ext cx="602387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외부망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44F6753B-76C2-44F8-911B-212DB8D075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3710614"/>
            <a:ext cx="199891" cy="182446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F8881CDC-97A0-45F0-8A7E-D69EC1B286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2949441"/>
            <a:ext cx="199891" cy="182446"/>
          </a:xfrm>
          <a:prstGeom prst="rect">
            <a:avLst/>
          </a:prstGeom>
        </p:spPr>
      </p:pic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CD4E45E-2C89-4D79-9559-CD1BD22FB804}"/>
              </a:ext>
            </a:extLst>
          </p:cNvPr>
          <p:cNvCxnSpPr>
            <a:cxnSpLocks/>
          </p:cNvCxnSpPr>
          <p:nvPr/>
        </p:nvCxnSpPr>
        <p:spPr>
          <a:xfrm>
            <a:off x="6296025" y="3038475"/>
            <a:ext cx="1666960" cy="244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73B0CC5-1A89-4D29-A988-96460F63DE46}"/>
              </a:ext>
            </a:extLst>
          </p:cNvPr>
          <p:cNvCxnSpPr>
            <a:cxnSpLocks/>
          </p:cNvCxnSpPr>
          <p:nvPr/>
        </p:nvCxnSpPr>
        <p:spPr>
          <a:xfrm>
            <a:off x="6364384" y="3834712"/>
            <a:ext cx="1531841" cy="1768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295C484-11F6-4AD2-BBAF-282E8D003715}"/>
              </a:ext>
            </a:extLst>
          </p:cNvPr>
          <p:cNvCxnSpPr/>
          <p:nvPr/>
        </p:nvCxnSpPr>
        <p:spPr>
          <a:xfrm>
            <a:off x="6419030" y="4543275"/>
            <a:ext cx="1400995" cy="1162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F62EC5F8-6F8F-4BD1-BEF4-6E977CD21454}"/>
              </a:ext>
            </a:extLst>
          </p:cNvPr>
          <p:cNvCxnSpPr/>
          <p:nvPr/>
        </p:nvCxnSpPr>
        <p:spPr>
          <a:xfrm>
            <a:off x="6405000" y="5325913"/>
            <a:ext cx="1415025" cy="47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A3B9D47-4F7C-44EE-80BB-FCB505370067}"/>
              </a:ext>
            </a:extLst>
          </p:cNvPr>
          <p:cNvCxnSpPr/>
          <p:nvPr/>
        </p:nvCxnSpPr>
        <p:spPr>
          <a:xfrm>
            <a:off x="6392526" y="5877445"/>
            <a:ext cx="1427499" cy="2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AAB582F-39A0-480D-BF90-5888BED6A5F7}"/>
              </a:ext>
            </a:extLst>
          </p:cNvPr>
          <p:cNvSpPr txBox="1"/>
          <p:nvPr/>
        </p:nvSpPr>
        <p:spPr>
          <a:xfrm>
            <a:off x="6954164" y="5385720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Agent </a:t>
            </a:r>
            <a:r>
              <a:rPr lang="ko-KR" altLang="en-US" sz="1000" dirty="0">
                <a:latin typeface="+mn-ea"/>
              </a:rPr>
              <a:t>연동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167F470-53C5-43EE-8B41-DB7395712DCE}"/>
              </a:ext>
            </a:extLst>
          </p:cNvPr>
          <p:cNvSpPr txBox="1"/>
          <p:nvPr/>
        </p:nvSpPr>
        <p:spPr>
          <a:xfrm>
            <a:off x="333375" y="152400"/>
            <a:ext cx="98107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구성도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6C507F-318C-4BA3-B4A0-AA79D3A3EEB9}"/>
              </a:ext>
            </a:extLst>
          </p:cNvPr>
          <p:cNvSpPr txBox="1"/>
          <p:nvPr/>
        </p:nvSpPr>
        <p:spPr>
          <a:xfrm>
            <a:off x="6062084" y="2970003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방화벽</a:t>
            </a:r>
            <a:r>
              <a:rPr lang="en-US" altLang="ko-KR" sz="1000" dirty="0">
                <a:latin typeface="+mn-ea"/>
              </a:rPr>
              <a:t>+IPS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E040DD-C833-4F09-B325-EF3FAF3A6403}"/>
              </a:ext>
            </a:extLst>
          </p:cNvPr>
          <p:cNvSpPr txBox="1"/>
          <p:nvPr/>
        </p:nvSpPr>
        <p:spPr>
          <a:xfrm>
            <a:off x="6130294" y="3733308"/>
            <a:ext cx="522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WAF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D0ABCA5-7373-475E-B54D-4755751DC244}"/>
              </a:ext>
            </a:extLst>
          </p:cNvPr>
          <p:cNvSpPr txBox="1"/>
          <p:nvPr/>
        </p:nvSpPr>
        <p:spPr>
          <a:xfrm>
            <a:off x="6297397" y="4329132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WEB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15A5409-8494-4C7B-9A07-B83087A35916}"/>
              </a:ext>
            </a:extLst>
          </p:cNvPr>
          <p:cNvSpPr txBox="1"/>
          <p:nvPr/>
        </p:nvSpPr>
        <p:spPr>
          <a:xfrm rot="10800000" flipV="1">
            <a:off x="6282773" y="4990505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WAS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DA78B21-46F8-41B6-BDB0-7FD9324B9211}"/>
              </a:ext>
            </a:extLst>
          </p:cNvPr>
          <p:cNvSpPr txBox="1"/>
          <p:nvPr/>
        </p:nvSpPr>
        <p:spPr>
          <a:xfrm rot="10800000" flipV="1">
            <a:off x="6263294" y="5647597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DB 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889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9F1B976-99F4-45C2-BDD5-95DD9D6C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462" y="5686486"/>
            <a:ext cx="521462" cy="3381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38D98B-81C5-4720-BF28-6D53F97E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64" y="4953614"/>
            <a:ext cx="521462" cy="3381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1D92FBB-AC0D-4C97-8524-3460DB51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581" y="4114595"/>
            <a:ext cx="549217" cy="48048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8DE72B55-6148-4DA6-9BD0-843FC4060ABA}"/>
              </a:ext>
            </a:extLst>
          </p:cNvPr>
          <p:cNvGrpSpPr/>
          <p:nvPr/>
        </p:nvGrpSpPr>
        <p:grpSpPr>
          <a:xfrm>
            <a:off x="5692503" y="2674090"/>
            <a:ext cx="791388" cy="304482"/>
            <a:chOff x="6401892" y="2770442"/>
            <a:chExt cx="942062" cy="358274"/>
          </a:xfrm>
        </p:grpSpPr>
        <p:pic>
          <p:nvPicPr>
            <p:cNvPr id="16" name="Picture 1655">
              <a:extLst>
                <a:ext uri="{FF2B5EF4-FFF2-40B4-BE49-F238E27FC236}">
                  <a16:creationId xmlns:a16="http://schemas.microsoft.com/office/drawing/2014/main" id="{AC2E3696-F5FC-4868-AFC4-3E4B758EA7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2770442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7059F3F-7F06-4E64-B62F-3A8A98B2E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7272" y="2828703"/>
              <a:ext cx="771302" cy="241752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0658551-E911-419F-99F2-F89918C2570A}"/>
              </a:ext>
            </a:extLst>
          </p:cNvPr>
          <p:cNvGrpSpPr/>
          <p:nvPr/>
        </p:nvGrpSpPr>
        <p:grpSpPr>
          <a:xfrm>
            <a:off x="5694081" y="3463310"/>
            <a:ext cx="791388" cy="304482"/>
            <a:chOff x="6401892" y="3840900"/>
            <a:chExt cx="942062" cy="358274"/>
          </a:xfrm>
        </p:grpSpPr>
        <p:pic>
          <p:nvPicPr>
            <p:cNvPr id="23" name="Picture 1655">
              <a:extLst>
                <a:ext uri="{FF2B5EF4-FFF2-40B4-BE49-F238E27FC236}">
                  <a16:creationId xmlns:a16="http://schemas.microsoft.com/office/drawing/2014/main" id="{E2175EEC-FB59-4D95-B265-8E2DDDE95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3840900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3E9867-838E-49B4-92B5-5BD108CD0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39352" y="3910787"/>
              <a:ext cx="849723" cy="2185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3167834-1F33-4566-9BF3-22D4479325DD}"/>
              </a:ext>
            </a:extLst>
          </p:cNvPr>
          <p:cNvGrpSpPr/>
          <p:nvPr/>
        </p:nvGrpSpPr>
        <p:grpSpPr>
          <a:xfrm>
            <a:off x="8033823" y="5655511"/>
            <a:ext cx="845295" cy="388369"/>
            <a:chOff x="9431800" y="4775684"/>
            <a:chExt cx="982598" cy="480489"/>
          </a:xfrm>
        </p:grpSpPr>
        <p:pic>
          <p:nvPicPr>
            <p:cNvPr id="18" name="Picture 62" descr="IDS">
              <a:extLst>
                <a:ext uri="{FF2B5EF4-FFF2-40B4-BE49-F238E27FC236}">
                  <a16:creationId xmlns:a16="http://schemas.microsoft.com/office/drawing/2014/main" id="{DF5C52EE-9A54-4539-B312-887ED82D33B3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1800" y="4775684"/>
              <a:ext cx="982598" cy="480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75ABDFC-ED5F-41D3-9AAB-7650290FD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84054" y="4867804"/>
              <a:ext cx="723471" cy="1735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242BB51-F93E-4C00-B363-B5AD7BFB0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11809" y="5050108"/>
              <a:ext cx="673928" cy="194285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B4F698B-927A-42DF-844E-C1D5C9FECC11}"/>
              </a:ext>
            </a:extLst>
          </p:cNvPr>
          <p:cNvSpPr txBox="1"/>
          <p:nvPr/>
        </p:nvSpPr>
        <p:spPr>
          <a:xfrm>
            <a:off x="6062084" y="2970003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방화벽</a:t>
            </a:r>
            <a:r>
              <a:rPr lang="en-US" altLang="ko-KR" sz="1000" dirty="0">
                <a:latin typeface="+mn-ea"/>
              </a:rPr>
              <a:t>+IPS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824787-5C5D-4193-9F6D-B599103BF4A3}"/>
              </a:ext>
            </a:extLst>
          </p:cNvPr>
          <p:cNvSpPr txBox="1"/>
          <p:nvPr/>
        </p:nvSpPr>
        <p:spPr>
          <a:xfrm>
            <a:off x="6130294" y="3733308"/>
            <a:ext cx="522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WAF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EF9D08-C4BC-4D7C-9272-16BCF9C0F466}"/>
              </a:ext>
            </a:extLst>
          </p:cNvPr>
          <p:cNvSpPr txBox="1"/>
          <p:nvPr/>
        </p:nvSpPr>
        <p:spPr>
          <a:xfrm>
            <a:off x="8868344" y="5677015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SIEM&amp;SOAR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5FF14-78CB-4EBE-9000-0150E72742BC}"/>
              </a:ext>
            </a:extLst>
          </p:cNvPr>
          <p:cNvSpPr txBox="1"/>
          <p:nvPr/>
        </p:nvSpPr>
        <p:spPr>
          <a:xfrm>
            <a:off x="6297397" y="4329132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WEB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3053B-1F70-48C4-9E5F-744F9DF981FB}"/>
              </a:ext>
            </a:extLst>
          </p:cNvPr>
          <p:cNvSpPr txBox="1"/>
          <p:nvPr/>
        </p:nvSpPr>
        <p:spPr>
          <a:xfrm rot="10800000" flipV="1">
            <a:off x="6282773" y="4990505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WAS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4AC47D-67EF-4F03-8C64-895E0DBA7306}"/>
              </a:ext>
            </a:extLst>
          </p:cNvPr>
          <p:cNvSpPr txBox="1"/>
          <p:nvPr/>
        </p:nvSpPr>
        <p:spPr>
          <a:xfrm rot="10800000" flipV="1">
            <a:off x="6263294" y="5647597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DB 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7708E83-B377-47D3-BDE4-5520D15DCA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4596" y="5024011"/>
            <a:ext cx="823748" cy="63097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4AD3451-433A-42AC-B56E-CE349AB772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5856585"/>
            <a:ext cx="199891" cy="18244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2503C01-133D-4CEE-97FB-708EAAEE1E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3314" y="1672244"/>
            <a:ext cx="641549" cy="63620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9348122-FA16-4466-A240-6B312DAC3CF1}"/>
              </a:ext>
            </a:extLst>
          </p:cNvPr>
          <p:cNvSpPr txBox="1"/>
          <p:nvPr/>
        </p:nvSpPr>
        <p:spPr>
          <a:xfrm>
            <a:off x="3723314" y="2316596"/>
            <a:ext cx="733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Attacker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EFB03FC-FE8C-4096-829C-2EC8F6E387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2837" y="5133357"/>
            <a:ext cx="199891" cy="18244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ADD6FD3-2E8D-4C4C-AEC0-35F1C0D069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4410129"/>
            <a:ext cx="199891" cy="18244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09C5C3E-F7E0-41CA-81FB-41B3CA7FE9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2985" y="5900082"/>
            <a:ext cx="199891" cy="182446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DB6AD1-8026-4A2D-B068-F61EBC59113F}"/>
              </a:ext>
            </a:extLst>
          </p:cNvPr>
          <p:cNvSpPr/>
          <p:nvPr/>
        </p:nvSpPr>
        <p:spPr>
          <a:xfrm>
            <a:off x="4848225" y="2790524"/>
            <a:ext cx="4962180" cy="3505502"/>
          </a:xfrm>
          <a:prstGeom prst="rect">
            <a:avLst/>
          </a:prstGeom>
          <a:noFill/>
          <a:ln>
            <a:solidFill>
              <a:srgbClr val="0C03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D092748-D21C-4BDF-AD63-D835D12EF790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6088197" y="2978572"/>
            <a:ext cx="1578" cy="484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CF2B1E4-FD49-44E9-ACBB-327C53F53ADC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>
          <a:xfrm>
            <a:off x="6089775" y="3767792"/>
            <a:ext cx="2415" cy="3468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5F776D4-FB7B-43D4-9D4E-DA61AE3FE64E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2190" y="4595084"/>
            <a:ext cx="405" cy="358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6001B2F-0FAA-4887-9E2A-CC747A78B3D3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flipH="1">
            <a:off x="6091193" y="5291799"/>
            <a:ext cx="1402" cy="394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>
            <a:extLst>
              <a:ext uri="{FF2B5EF4-FFF2-40B4-BE49-F238E27FC236}">
                <a16:creationId xmlns:a16="http://schemas.microsoft.com/office/drawing/2014/main" id="{F23729BE-6774-471A-A6A0-121D020A19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4609" y="1747269"/>
            <a:ext cx="497372" cy="486153"/>
          </a:xfrm>
          <a:prstGeom prst="rect">
            <a:avLst/>
          </a:prstGeom>
        </p:spPr>
      </p:pic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10A27E0-616A-4865-B8B2-B0DB2FE25E09}"/>
              </a:ext>
            </a:extLst>
          </p:cNvPr>
          <p:cNvCxnSpPr>
            <a:cxnSpLocks/>
            <a:stCxn id="16" idx="0"/>
            <a:endCxn id="62" idx="2"/>
          </p:cNvCxnSpPr>
          <p:nvPr/>
        </p:nvCxnSpPr>
        <p:spPr>
          <a:xfrm flipH="1" flipV="1">
            <a:off x="6083295" y="2233422"/>
            <a:ext cx="4902" cy="440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9B6F96D-F675-4713-A458-CC0E081509BB}"/>
              </a:ext>
            </a:extLst>
          </p:cNvPr>
          <p:cNvCxnSpPr>
            <a:stCxn id="36" idx="3"/>
            <a:endCxn id="62" idx="1"/>
          </p:cNvCxnSpPr>
          <p:nvPr/>
        </p:nvCxnSpPr>
        <p:spPr>
          <a:xfrm>
            <a:off x="4364863" y="1990346"/>
            <a:ext cx="14697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F5E2132-BCE8-4BC6-8106-694B3C9D31A4}"/>
              </a:ext>
            </a:extLst>
          </p:cNvPr>
          <p:cNvSpPr txBox="1"/>
          <p:nvPr/>
        </p:nvSpPr>
        <p:spPr>
          <a:xfrm>
            <a:off x="6906647" y="2786797"/>
            <a:ext cx="602387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내부망</a:t>
            </a:r>
            <a:endParaRPr lang="ko-KR" altLang="en-US" sz="1000" dirty="0"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0485473-EF10-4DCC-A780-C545DA2F04EA}"/>
              </a:ext>
            </a:extLst>
          </p:cNvPr>
          <p:cNvSpPr/>
          <p:nvPr/>
        </p:nvSpPr>
        <p:spPr>
          <a:xfrm>
            <a:off x="2841719" y="1237217"/>
            <a:ext cx="4632514" cy="143687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C98FCA-A657-44C7-AD8C-6A9A8068A09F}"/>
              </a:ext>
            </a:extLst>
          </p:cNvPr>
          <p:cNvSpPr txBox="1"/>
          <p:nvPr/>
        </p:nvSpPr>
        <p:spPr>
          <a:xfrm>
            <a:off x="6861043" y="1238153"/>
            <a:ext cx="602387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외부망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44F6753B-76C2-44F8-911B-212DB8D075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3710614"/>
            <a:ext cx="199891" cy="182446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F8881CDC-97A0-45F0-8A7E-D69EC1B286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9860" y="2949441"/>
            <a:ext cx="199891" cy="182446"/>
          </a:xfrm>
          <a:prstGeom prst="rect">
            <a:avLst/>
          </a:prstGeom>
        </p:spPr>
      </p:pic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CD4E45E-2C89-4D79-9559-CD1BD22FB804}"/>
              </a:ext>
            </a:extLst>
          </p:cNvPr>
          <p:cNvCxnSpPr>
            <a:cxnSpLocks/>
          </p:cNvCxnSpPr>
          <p:nvPr/>
        </p:nvCxnSpPr>
        <p:spPr>
          <a:xfrm>
            <a:off x="6296025" y="3038475"/>
            <a:ext cx="1666960" cy="244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73B0CC5-1A89-4D29-A988-96460F63DE46}"/>
              </a:ext>
            </a:extLst>
          </p:cNvPr>
          <p:cNvCxnSpPr>
            <a:cxnSpLocks/>
          </p:cNvCxnSpPr>
          <p:nvPr/>
        </p:nvCxnSpPr>
        <p:spPr>
          <a:xfrm>
            <a:off x="6364384" y="3834712"/>
            <a:ext cx="1531841" cy="1768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295C484-11F6-4AD2-BBAF-282E8D003715}"/>
              </a:ext>
            </a:extLst>
          </p:cNvPr>
          <p:cNvCxnSpPr/>
          <p:nvPr/>
        </p:nvCxnSpPr>
        <p:spPr>
          <a:xfrm>
            <a:off x="6419030" y="4543275"/>
            <a:ext cx="1400995" cy="1162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F62EC5F8-6F8F-4BD1-BEF4-6E977CD21454}"/>
              </a:ext>
            </a:extLst>
          </p:cNvPr>
          <p:cNvCxnSpPr/>
          <p:nvPr/>
        </p:nvCxnSpPr>
        <p:spPr>
          <a:xfrm>
            <a:off x="6405000" y="5325913"/>
            <a:ext cx="1415025" cy="47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A3B9D47-4F7C-44EE-80BB-FCB505370067}"/>
              </a:ext>
            </a:extLst>
          </p:cNvPr>
          <p:cNvCxnSpPr/>
          <p:nvPr/>
        </p:nvCxnSpPr>
        <p:spPr>
          <a:xfrm>
            <a:off x="6392526" y="5877445"/>
            <a:ext cx="1427499" cy="2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화살표: 위로 굽음 9">
            <a:extLst>
              <a:ext uri="{FF2B5EF4-FFF2-40B4-BE49-F238E27FC236}">
                <a16:creationId xmlns:a16="http://schemas.microsoft.com/office/drawing/2014/main" id="{C114B0BF-0F67-4BA9-884C-764392EF64AE}"/>
              </a:ext>
            </a:extLst>
          </p:cNvPr>
          <p:cNvSpPr/>
          <p:nvPr/>
        </p:nvSpPr>
        <p:spPr>
          <a:xfrm rot="10800000" flipH="1">
            <a:off x="4577518" y="2085296"/>
            <a:ext cx="1195806" cy="3849059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5B079C-B70C-4A55-ACA0-BF8801906F26}"/>
              </a:ext>
            </a:extLst>
          </p:cNvPr>
          <p:cNvSpPr txBox="1"/>
          <p:nvPr/>
        </p:nvSpPr>
        <p:spPr>
          <a:xfrm>
            <a:off x="333375" y="152400"/>
            <a:ext cx="98107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구성도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F8B3BC-D024-432D-963B-9ED384810D12}"/>
              </a:ext>
            </a:extLst>
          </p:cNvPr>
          <p:cNvSpPr txBox="1"/>
          <p:nvPr/>
        </p:nvSpPr>
        <p:spPr>
          <a:xfrm>
            <a:off x="6954164" y="5385720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Agent </a:t>
            </a:r>
            <a:r>
              <a:rPr lang="ko-KR" altLang="en-US" sz="1000" dirty="0">
                <a:latin typeface="+mn-ea"/>
              </a:rPr>
              <a:t>연동</a:t>
            </a:r>
          </a:p>
        </p:txBody>
      </p:sp>
    </p:spTree>
    <p:extLst>
      <p:ext uri="{BB962C8B-B14F-4D97-AF65-F5344CB8AC3E}">
        <p14:creationId xmlns:p14="http://schemas.microsoft.com/office/powerpoint/2010/main" val="213914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3B5DBC9-0CDB-48D4-BAED-211FC3655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21" y="6035263"/>
            <a:ext cx="335960" cy="419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F1B976-99F4-45C2-BDD5-95DD9D6C1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19" y="6014908"/>
            <a:ext cx="521462" cy="3381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38D98B-81C5-4720-BF28-6D53F97E8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818" y="5386544"/>
            <a:ext cx="521462" cy="3381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20CBE6-6605-41D1-B633-DC490029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00" y="6000552"/>
            <a:ext cx="578853" cy="5627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1D92FBB-AC0D-4C97-8524-3460DB51E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4063" y="4652033"/>
            <a:ext cx="549217" cy="480489"/>
          </a:xfrm>
          <a:prstGeom prst="rect">
            <a:avLst/>
          </a:prstGeom>
        </p:spPr>
      </p:pic>
      <p:pic>
        <p:nvPicPr>
          <p:cNvPr id="20" name="Picture 161" descr="Network_Cloud">
            <a:extLst>
              <a:ext uri="{FF2B5EF4-FFF2-40B4-BE49-F238E27FC236}">
                <a16:creationId xmlns:a16="http://schemas.microsoft.com/office/drawing/2014/main" id="{D414AA7D-DA04-48B3-A07F-5D0BA79F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64" y="5029987"/>
            <a:ext cx="1820091" cy="36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8DE72B55-6148-4DA6-9BD0-843FC4060ABA}"/>
              </a:ext>
            </a:extLst>
          </p:cNvPr>
          <p:cNvGrpSpPr/>
          <p:nvPr/>
        </p:nvGrpSpPr>
        <p:grpSpPr>
          <a:xfrm>
            <a:off x="6382977" y="3255073"/>
            <a:ext cx="791388" cy="304482"/>
            <a:chOff x="6401892" y="2770442"/>
            <a:chExt cx="942062" cy="358274"/>
          </a:xfrm>
        </p:grpSpPr>
        <p:pic>
          <p:nvPicPr>
            <p:cNvPr id="16" name="Picture 1655">
              <a:extLst>
                <a:ext uri="{FF2B5EF4-FFF2-40B4-BE49-F238E27FC236}">
                  <a16:creationId xmlns:a16="http://schemas.microsoft.com/office/drawing/2014/main" id="{AC2E3696-F5FC-4868-AFC4-3E4B758EA7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2770442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7059F3F-7F06-4E64-B62F-3A8A98B2E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87272" y="2828703"/>
              <a:ext cx="771302" cy="241752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0658551-E911-419F-99F2-F89918C2570A}"/>
              </a:ext>
            </a:extLst>
          </p:cNvPr>
          <p:cNvGrpSpPr/>
          <p:nvPr/>
        </p:nvGrpSpPr>
        <p:grpSpPr>
          <a:xfrm>
            <a:off x="6403561" y="4000748"/>
            <a:ext cx="791388" cy="304482"/>
            <a:chOff x="6401892" y="3840900"/>
            <a:chExt cx="942062" cy="358274"/>
          </a:xfrm>
        </p:grpSpPr>
        <p:pic>
          <p:nvPicPr>
            <p:cNvPr id="23" name="Picture 1655">
              <a:extLst>
                <a:ext uri="{FF2B5EF4-FFF2-40B4-BE49-F238E27FC236}">
                  <a16:creationId xmlns:a16="http://schemas.microsoft.com/office/drawing/2014/main" id="{E2175EEC-FB59-4D95-B265-8E2DDDE95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892" y="3840900"/>
              <a:ext cx="942062" cy="358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3E9867-838E-49B4-92B5-5BD108CD0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39352" y="3910787"/>
              <a:ext cx="849723" cy="2185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3167834-1F33-4566-9BF3-22D4479325DD}"/>
              </a:ext>
            </a:extLst>
          </p:cNvPr>
          <p:cNvGrpSpPr/>
          <p:nvPr/>
        </p:nvGrpSpPr>
        <p:grpSpPr>
          <a:xfrm>
            <a:off x="9405674" y="5192359"/>
            <a:ext cx="845295" cy="388369"/>
            <a:chOff x="9431800" y="4775684"/>
            <a:chExt cx="982598" cy="480489"/>
          </a:xfrm>
        </p:grpSpPr>
        <p:pic>
          <p:nvPicPr>
            <p:cNvPr id="18" name="Picture 62" descr="IDS">
              <a:extLst>
                <a:ext uri="{FF2B5EF4-FFF2-40B4-BE49-F238E27FC236}">
                  <a16:creationId xmlns:a16="http://schemas.microsoft.com/office/drawing/2014/main" id="{DF5C52EE-9A54-4539-B312-887ED82D33B3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1800" y="4775684"/>
              <a:ext cx="982598" cy="480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75ABDFC-ED5F-41D3-9AAB-7650290FD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484054" y="4867804"/>
              <a:ext cx="723471" cy="1735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242BB51-F93E-4C00-B363-B5AD7BFB0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11809" y="5050108"/>
              <a:ext cx="673928" cy="194285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B4F698B-927A-42DF-844E-C1D5C9FECC11}"/>
              </a:ext>
            </a:extLst>
          </p:cNvPr>
          <p:cNvSpPr txBox="1"/>
          <p:nvPr/>
        </p:nvSpPr>
        <p:spPr>
          <a:xfrm>
            <a:off x="7102640" y="3281094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방화벽</a:t>
            </a:r>
            <a:r>
              <a:rPr lang="en-US" altLang="ko-KR" sz="1000" dirty="0">
                <a:latin typeface="+mn-ea"/>
              </a:rPr>
              <a:t>+IPS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824787-5C5D-4193-9F6D-B599103BF4A3}"/>
              </a:ext>
            </a:extLst>
          </p:cNvPr>
          <p:cNvSpPr txBox="1"/>
          <p:nvPr/>
        </p:nvSpPr>
        <p:spPr>
          <a:xfrm>
            <a:off x="7141414" y="4000748"/>
            <a:ext cx="522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WAF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EF9D08-C4BC-4D7C-9272-16BCF9C0F466}"/>
              </a:ext>
            </a:extLst>
          </p:cNvPr>
          <p:cNvSpPr txBox="1"/>
          <p:nvPr/>
        </p:nvSpPr>
        <p:spPr>
          <a:xfrm>
            <a:off x="10414398" y="4867804"/>
            <a:ext cx="942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SIEM&amp;SOAR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5FF14-78CB-4EBE-9000-0150E72742BC}"/>
              </a:ext>
            </a:extLst>
          </p:cNvPr>
          <p:cNvSpPr txBox="1"/>
          <p:nvPr/>
        </p:nvSpPr>
        <p:spPr>
          <a:xfrm>
            <a:off x="7062027" y="4812401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WEB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3053B-1F70-48C4-9E5F-744F9DF981FB}"/>
              </a:ext>
            </a:extLst>
          </p:cNvPr>
          <p:cNvSpPr txBox="1"/>
          <p:nvPr/>
        </p:nvSpPr>
        <p:spPr>
          <a:xfrm rot="10800000" flipV="1">
            <a:off x="7091357" y="5405043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WAS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4AC47D-67EF-4F03-8C64-895E0DBA7306}"/>
              </a:ext>
            </a:extLst>
          </p:cNvPr>
          <p:cNvSpPr txBox="1"/>
          <p:nvPr/>
        </p:nvSpPr>
        <p:spPr>
          <a:xfrm rot="10800000" flipV="1">
            <a:off x="7091357" y="6060889"/>
            <a:ext cx="511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DB </a:t>
            </a:r>
            <a:endParaRPr lang="ko-KR" altLang="en-US" sz="1000" dirty="0"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7708E83-B377-47D3-BDE4-5520D15DCA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5356" y="3746379"/>
            <a:ext cx="845295" cy="75495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4AD3451-433A-42AC-B56E-CE349AB7723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4795" y="5817433"/>
            <a:ext cx="832541" cy="75988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2503C01-133D-4CEE-97FB-708EAAEE1E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675" y="3855225"/>
            <a:ext cx="761302" cy="75495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CB72CCBA-8641-487F-B830-31A3BAA1C6F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511" y="5196906"/>
            <a:ext cx="199891" cy="18244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F84C69-55D5-4D83-92C1-AC3319002253}"/>
              </a:ext>
            </a:extLst>
          </p:cNvPr>
          <p:cNvSpPr txBox="1"/>
          <p:nvPr/>
        </p:nvSpPr>
        <p:spPr>
          <a:xfrm>
            <a:off x="3155019" y="5165018"/>
            <a:ext cx="1202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SOAR </a:t>
            </a:r>
            <a:r>
              <a:rPr lang="ko-KR" altLang="en-US" sz="1000" dirty="0">
                <a:latin typeface="+mn-ea"/>
              </a:rPr>
              <a:t>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89EE2E-8A00-4A36-8672-BCBF99A28924}"/>
              </a:ext>
            </a:extLst>
          </p:cNvPr>
          <p:cNvSpPr txBox="1"/>
          <p:nvPr/>
        </p:nvSpPr>
        <p:spPr>
          <a:xfrm>
            <a:off x="333375" y="152400"/>
            <a:ext cx="98107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참고</a:t>
            </a:r>
          </a:p>
        </p:txBody>
      </p:sp>
    </p:spTree>
    <p:extLst>
      <p:ext uri="{BB962C8B-B14F-4D97-AF65-F5344CB8AC3E}">
        <p14:creationId xmlns:p14="http://schemas.microsoft.com/office/powerpoint/2010/main" val="71432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46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</cp:revision>
  <cp:lastPrinted>2026-04-21T00:05:11Z</cp:lastPrinted>
  <dcterms:created xsi:type="dcterms:W3CDTF">2026-04-21T00:05:06Z</dcterms:created>
  <dcterms:modified xsi:type="dcterms:W3CDTF">2026-04-21T05:05:10Z</dcterms:modified>
</cp:coreProperties>
</file>